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972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4A8C4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97BC62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7160" y="4389120"/>
            <a:ext cx="9006840" cy="7543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00000"/>
                </a:solidFill>
              </a:rPr>
              <a:t>🌿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 SCAN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Plant Disease Detection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743200" cy="457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175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57784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 •  Flask  •  TensorFlow  •  Gemini AI  • 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474720" cy="329184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crop yield lost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due to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7BC62"/>
                </a:solidFill>
              </a:rPr>
              <a:t>🌍 Global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45720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34840" y="1234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is Slow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wait days for expert diagnosis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993392"/>
            <a:ext cx="45720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34840" y="203911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Consultation is Costly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can't afford agronomists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798064"/>
            <a:ext cx="45720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34840" y="284378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Expert Availability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118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areas have no agricultural experts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602736"/>
            <a:ext cx="45720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34840" y="364845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3648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 = More Loss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spreads before treatment begins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Our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 SCAN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plant disease detection using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Gemini 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4864" cy="2743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Upload a leaf photo — get instant diagnosis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81528"/>
            <a:ext cx="54864" cy="2743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3081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detects disease with 95%+ 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54864" cy="2743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Treatment &amp; prevention advice from Gemini AI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49624"/>
            <a:ext cx="54864" cy="2743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8496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🌦️  Real-time Weather Forecast for farmers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54864" cy="2743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2336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Download full PDF diagnosis report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54864" cy="2743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Works in Hindi &amp; English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06040" cy="73152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06040" cy="73152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🐍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3042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7315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3504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23042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06040" cy="73152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65760" y="3703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4041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Descriptions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06040" cy="73152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00400" y="3703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00400" y="4041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06040" cy="73152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3504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🌦️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035040" y="3703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35040" y="4041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Model — MobileNetV2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463040" cy="12801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224×224px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627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5A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188720"/>
            <a:ext cx="1463040" cy="12801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57400" y="1234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627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5A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188720"/>
            <a:ext cx="1463040" cy="1280160"/>
          </a:xfrm>
          <a:prstGeom prst="rect">
            <a:avLst/>
          </a:prstGeom>
          <a:solidFill>
            <a:srgbClr val="6A1B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49040" y="1234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627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5A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40680" y="1188720"/>
            <a:ext cx="1463040" cy="1280160"/>
          </a:xfrm>
          <a:prstGeom prst="rect">
            <a:avLst/>
          </a:prstGeom>
          <a:solidFill>
            <a:srgbClr val="E651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40680" y="1234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512→256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1627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5A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1188720"/>
            <a:ext cx="1463040" cy="1280160"/>
          </a:xfrm>
          <a:prstGeom prst="rect">
            <a:avLst/>
          </a:prstGeom>
          <a:solidFill>
            <a:srgbClr val="B71C1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0" y="1234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Training Strategy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4114800" cy="169164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Feature Extraction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 MobileNetV2 frozen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Train classification head 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306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 epochs  •  LR: 1e-4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4114800" cy="169164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 Tuning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611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Last 30 layers unfrozen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fine tuning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306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 epochs  •  LR: 1e-5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🌦️  Farm Weather Forecast Feature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5303520" cy="34747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Features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852160" y="1600200"/>
            <a:ext cx="3017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0" y="1627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Real-time temperature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52160" y="2066544"/>
            <a:ext cx="3017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43600" y="20939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Wind speed &amp; direction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532888"/>
            <a:ext cx="3017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943600" y="2560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Humidity levels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2999232"/>
            <a:ext cx="3017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943600" y="30266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Visibility distance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3465576"/>
            <a:ext cx="3017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943600" y="34930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 AQI (Air Quality Index)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52160" y="3931920"/>
            <a:ext cx="3017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943600" y="3959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Auto My Location detect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52160" y="4398264"/>
            <a:ext cx="301752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943600" y="44256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any city worldwide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 Disease Detection Result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51560"/>
            <a:ext cx="3794760" cy="38404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65760" y="1097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Shows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572768"/>
            <a:ext cx="44348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65760" y="1572768"/>
            <a:ext cx="64008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16002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1773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Gray Leaf Spot detected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048256"/>
            <a:ext cx="44348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64008" cy="411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02920" y="2075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0665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22494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confidence with progress bar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523744"/>
            <a:ext cx="44348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65760" y="2523744"/>
            <a:ext cx="64008" cy="4114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02920" y="25511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0120" y="2542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2724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/ Moderate / Severe badge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2999232"/>
            <a:ext cx="44348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365760" y="2999232"/>
            <a:ext cx="64008" cy="41148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02920" y="30266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0120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012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4.15 seconds — real-time result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3474720"/>
            <a:ext cx="44348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365760" y="3474720"/>
            <a:ext cx="64008" cy="41148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02920" y="35021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💊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0120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Tab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0120" y="36758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steps to treat the disease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3950208"/>
            <a:ext cx="44348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365760" y="3950208"/>
            <a:ext cx="64008" cy="41148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02920" y="39776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60120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Tab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012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prevent future outbreaks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65760" y="4425696"/>
            <a:ext cx="443484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365760" y="4425696"/>
            <a:ext cx="64008" cy="411480"/>
          </a:xfrm>
          <a:prstGeom prst="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02920" y="44531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60120" y="4443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601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PDF report in one click!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C5F2D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PDF Report Download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complete diagnosis report for farmers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474720" cy="324612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📄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 SCAN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Report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Disease: Corn Gray Leaf Spot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58% (Mild)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849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...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 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416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May 14,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PDF Report Includes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0" y="1920240"/>
            <a:ext cx="4663440" cy="3657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51960" y="19568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Disease name &amp; plant species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2340864"/>
            <a:ext cx="4663440" cy="3657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51960" y="23774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Confidence score &amp; severity level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0" y="2761488"/>
            <a:ext cx="4663440" cy="3657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51960" y="27980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Detailed disease description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0" y="3182112"/>
            <a:ext cx="4663440" cy="3657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51960" y="32186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Step-by-step treatment plan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0" y="3602736"/>
            <a:ext cx="4663440" cy="3657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51960" y="36393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Prevention tips for next season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0" y="4023360"/>
            <a:ext cx="4663440" cy="3657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251960" y="40599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 &amp; time of diagnosis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0" y="4443984"/>
            <a:ext cx="4663440" cy="3657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251960" y="44805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AGRI SCAN branding &amp; logo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65960" cy="17373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95.95%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Phase 1 Training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65960" cy="17373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68880" y="12344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Plant Species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65960" cy="1737360"/>
          </a:xfrm>
          <a:prstGeom prst="rect">
            <a:avLst/>
          </a:prstGeom>
          <a:solidFill>
            <a:srgbClr val="E651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17720" y="12344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 Prediction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143000"/>
            <a:ext cx="1965960" cy="1737360"/>
          </a:xfrm>
          <a:prstGeom prst="rect">
            <a:avLst/>
          </a:prstGeom>
          <a:solidFill>
            <a:srgbClr val="6A1B9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66560" y="12344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87K+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6656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Dataset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16459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(ImageNet pretrained)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epochs — frozen base 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epochs — fine-tuned top 30 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 |  Optimizer: 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— 87,000+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4A8C4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🌿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 SCAN —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Agriculture Smarter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95%+ accuracy with MobileNetV2 Transfer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Bilingual (Hindi + English) interface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Gemini AI powered smart descriptions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Farm Weather Forecast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One-click PDF Diagnosis Report download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🐍 Python  •  🧠 TensorFlow  •  🌐 Flask  •  ✨ Gemini AI  •  By Rahul Jagdale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591</Words>
  <Application>Microsoft Office PowerPoint</Application>
  <PresentationFormat>On-screen Show (16:9)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 SCAN — Plant Disease Detection</dc:title>
  <dc:subject>PptxGenJS Presentation</dc:subject>
  <dc:creator>PptxGenJS</dc:creator>
  <cp:lastModifiedBy>Rahul jagdale</cp:lastModifiedBy>
  <cp:revision>1</cp:revision>
  <dcterms:created xsi:type="dcterms:W3CDTF">2026-05-14T04:19:06Z</dcterms:created>
  <dcterms:modified xsi:type="dcterms:W3CDTF">2026-08-24T12:59:10Z</dcterms:modified>
</cp:coreProperties>
</file>